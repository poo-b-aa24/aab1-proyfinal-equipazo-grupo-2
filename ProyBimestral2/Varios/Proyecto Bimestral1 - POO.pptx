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Dumondi Condensed Heavy" charset="1" panose="00000000000000000000"/>
      <p:regular r:id="rId13"/>
    </p:embeddedFont>
    <p:embeddedFont>
      <p:font typeface="Dumondi Condensed Bold Italics" charset="1" panose="00000000000000000000"/>
      <p:regular r:id="rId14"/>
    </p:embeddedFont>
    <p:embeddedFont>
      <p:font typeface="Canva Sans Bold" charset="1" panose="020B0803030501040103"/>
      <p:regular r:id="rId15"/>
    </p:embeddedFont>
    <p:embeddedFont>
      <p:font typeface="Canva Sans" charset="1" panose="020B0503030501040103"/>
      <p:regular r:id="rId16"/>
    </p:embeddedFont>
    <p:embeddedFont>
      <p:font typeface="Dumondi Condensed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33.png" Type="http://schemas.openxmlformats.org/officeDocument/2006/relationships/image"/><Relationship Id="rId15" Target="../media/image34.svg" Type="http://schemas.openxmlformats.org/officeDocument/2006/relationships/image"/><Relationship Id="rId16" Target="../media/image13.png" Type="http://schemas.openxmlformats.org/officeDocument/2006/relationships/image"/><Relationship Id="rId17" Target="../media/image14.svg" Type="http://schemas.openxmlformats.org/officeDocument/2006/relationships/image"/><Relationship Id="rId18" Target="../media/image15.png" Type="http://schemas.openxmlformats.org/officeDocument/2006/relationships/image"/><Relationship Id="rId19" Target="../media/image1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38.pn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33.png" Type="http://schemas.openxmlformats.org/officeDocument/2006/relationships/image"/><Relationship Id="rId20" Target="../media/image39.png" Type="http://schemas.openxmlformats.org/officeDocument/2006/relationships/image"/><Relationship Id="rId3" Target="../media/image3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2" Target="../media/image40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5926" y="3469782"/>
            <a:ext cx="15324175" cy="334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58"/>
              </a:lnSpc>
              <a:spcBef>
                <a:spcPct val="0"/>
              </a:spcBef>
            </a:pPr>
            <a:r>
              <a:rPr lang="en-US" sz="23417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PROYECTO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42154" y="6066502"/>
            <a:ext cx="13803692" cy="1559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21"/>
              </a:lnSpc>
              <a:spcBef>
                <a:spcPct val="0"/>
              </a:spcBef>
            </a:pPr>
            <a:r>
              <a:rPr lang="en-US" sz="10928">
                <a:solidFill>
                  <a:srgbClr val="05061C"/>
                </a:solidFill>
                <a:latin typeface="Dumondi Condensed Bold Italics"/>
                <a:ea typeface="Dumondi Condensed Bold Italics"/>
                <a:cs typeface="Dumondi Condensed Bold Italics"/>
                <a:sym typeface="Dumondi Condensed Bold Italics"/>
              </a:rPr>
              <a:t>BIMESTRAL 2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37772">
            <a:off x="7983782" y="245268"/>
            <a:ext cx="2320437" cy="1763532"/>
          </a:xfrm>
          <a:custGeom>
            <a:avLst/>
            <a:gdLst/>
            <a:ahLst/>
            <a:cxnLst/>
            <a:rect r="r" b="b" t="t" l="l"/>
            <a:pathLst>
              <a:path h="1763532" w="2320437">
                <a:moveTo>
                  <a:pt x="0" y="0"/>
                </a:moveTo>
                <a:lnTo>
                  <a:pt x="2320436" y="0"/>
                </a:lnTo>
                <a:lnTo>
                  <a:pt x="2320436" y="1763532"/>
                </a:lnTo>
                <a:lnTo>
                  <a:pt x="0" y="1763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248835">
            <a:off x="1590729" y="-877670"/>
            <a:ext cx="3244749" cy="2289023"/>
          </a:xfrm>
          <a:custGeom>
            <a:avLst/>
            <a:gdLst/>
            <a:ahLst/>
            <a:cxnLst/>
            <a:rect r="r" b="b" t="t" l="l"/>
            <a:pathLst>
              <a:path h="2289023" w="3244749">
                <a:moveTo>
                  <a:pt x="0" y="0"/>
                </a:moveTo>
                <a:lnTo>
                  <a:pt x="3244749" y="0"/>
                </a:lnTo>
                <a:lnTo>
                  <a:pt x="3244749" y="2289023"/>
                </a:lnTo>
                <a:lnTo>
                  <a:pt x="0" y="2289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882916">
            <a:off x="15260428" y="-1317761"/>
            <a:ext cx="1873617" cy="2635522"/>
          </a:xfrm>
          <a:custGeom>
            <a:avLst/>
            <a:gdLst/>
            <a:ahLst/>
            <a:cxnLst/>
            <a:rect r="r" b="b" t="t" l="l"/>
            <a:pathLst>
              <a:path h="2635522" w="1873617">
                <a:moveTo>
                  <a:pt x="0" y="0"/>
                </a:moveTo>
                <a:lnTo>
                  <a:pt x="1873617" y="0"/>
                </a:lnTo>
                <a:lnTo>
                  <a:pt x="1873617" y="2635522"/>
                </a:lnTo>
                <a:lnTo>
                  <a:pt x="0" y="2635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869538"/>
            <a:ext cx="1762476" cy="2370078"/>
          </a:xfrm>
          <a:custGeom>
            <a:avLst/>
            <a:gdLst/>
            <a:ahLst/>
            <a:cxnLst/>
            <a:rect r="r" b="b" t="t" l="l"/>
            <a:pathLst>
              <a:path h="2370078" w="1762476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599664">
            <a:off x="4625379" y="-1677477"/>
            <a:ext cx="2604665" cy="3354954"/>
          </a:xfrm>
          <a:custGeom>
            <a:avLst/>
            <a:gdLst/>
            <a:ahLst/>
            <a:cxnLst/>
            <a:rect r="r" b="b" t="t" l="l"/>
            <a:pathLst>
              <a:path h="3354954" w="2604665">
                <a:moveTo>
                  <a:pt x="0" y="0"/>
                </a:moveTo>
                <a:lnTo>
                  <a:pt x="2604665" y="0"/>
                </a:lnTo>
                <a:lnTo>
                  <a:pt x="2604665" y="3354954"/>
                </a:lnTo>
                <a:lnTo>
                  <a:pt x="0" y="33549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323462">
            <a:off x="11864509" y="-1629901"/>
            <a:ext cx="1864849" cy="3195225"/>
          </a:xfrm>
          <a:custGeom>
            <a:avLst/>
            <a:gdLst/>
            <a:ahLst/>
            <a:cxnLst/>
            <a:rect r="r" b="b" t="t" l="l"/>
            <a:pathLst>
              <a:path h="3195225" w="1864849">
                <a:moveTo>
                  <a:pt x="0" y="0"/>
                </a:moveTo>
                <a:lnTo>
                  <a:pt x="1864849" y="0"/>
                </a:lnTo>
                <a:lnTo>
                  <a:pt x="1864849" y="3195225"/>
                </a:lnTo>
                <a:lnTo>
                  <a:pt x="0" y="3195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891562">
            <a:off x="171874" y="3673643"/>
            <a:ext cx="1713652" cy="3261275"/>
          </a:xfrm>
          <a:custGeom>
            <a:avLst/>
            <a:gdLst/>
            <a:ahLst/>
            <a:cxnLst/>
            <a:rect r="r" b="b" t="t" l="l"/>
            <a:pathLst>
              <a:path h="3261275" w="1713652">
                <a:moveTo>
                  <a:pt x="0" y="0"/>
                </a:moveTo>
                <a:lnTo>
                  <a:pt x="1713652" y="0"/>
                </a:lnTo>
                <a:lnTo>
                  <a:pt x="1713652" y="3261275"/>
                </a:lnTo>
                <a:lnTo>
                  <a:pt x="0" y="3261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767621">
            <a:off x="5979882" y="8712120"/>
            <a:ext cx="1348960" cy="1443440"/>
          </a:xfrm>
          <a:custGeom>
            <a:avLst/>
            <a:gdLst/>
            <a:ahLst/>
            <a:cxnLst/>
            <a:rect r="r" b="b" t="t" l="l"/>
            <a:pathLst>
              <a:path h="1443440" w="1348960">
                <a:moveTo>
                  <a:pt x="0" y="0"/>
                </a:moveTo>
                <a:lnTo>
                  <a:pt x="1348960" y="0"/>
                </a:lnTo>
                <a:lnTo>
                  <a:pt x="1348960" y="1443440"/>
                </a:lnTo>
                <a:lnTo>
                  <a:pt x="0" y="144344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087336" y="8002683"/>
            <a:ext cx="3936411" cy="2555088"/>
          </a:xfrm>
          <a:custGeom>
            <a:avLst/>
            <a:gdLst/>
            <a:ahLst/>
            <a:cxnLst/>
            <a:rect r="r" b="b" t="t" l="l"/>
            <a:pathLst>
              <a:path h="2555088" w="3936411">
                <a:moveTo>
                  <a:pt x="0" y="0"/>
                </a:moveTo>
                <a:lnTo>
                  <a:pt x="3936410" y="0"/>
                </a:lnTo>
                <a:lnTo>
                  <a:pt x="3936410" y="2555088"/>
                </a:lnTo>
                <a:lnTo>
                  <a:pt x="0" y="255508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426402">
            <a:off x="-894040" y="7794813"/>
            <a:ext cx="2888339" cy="2594254"/>
          </a:xfrm>
          <a:custGeom>
            <a:avLst/>
            <a:gdLst/>
            <a:ahLst/>
            <a:cxnLst/>
            <a:rect r="r" b="b" t="t" l="l"/>
            <a:pathLst>
              <a:path h="2594254" w="2888339">
                <a:moveTo>
                  <a:pt x="0" y="0"/>
                </a:moveTo>
                <a:lnTo>
                  <a:pt x="2888339" y="0"/>
                </a:lnTo>
                <a:lnTo>
                  <a:pt x="2888339" y="2594254"/>
                </a:lnTo>
                <a:lnTo>
                  <a:pt x="0" y="259425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043741">
            <a:off x="8329315" y="8650200"/>
            <a:ext cx="3360285" cy="2413296"/>
          </a:xfrm>
          <a:custGeom>
            <a:avLst/>
            <a:gdLst/>
            <a:ahLst/>
            <a:cxnLst/>
            <a:rect r="r" b="b" t="t" l="l"/>
            <a:pathLst>
              <a:path h="2413296" w="3360285">
                <a:moveTo>
                  <a:pt x="0" y="0"/>
                </a:moveTo>
                <a:lnTo>
                  <a:pt x="3360285" y="0"/>
                </a:lnTo>
                <a:lnTo>
                  <a:pt x="3360285" y="2413295"/>
                </a:lnTo>
                <a:lnTo>
                  <a:pt x="0" y="241329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929103">
            <a:off x="2472369" y="8651978"/>
            <a:ext cx="2527838" cy="2068231"/>
          </a:xfrm>
          <a:custGeom>
            <a:avLst/>
            <a:gdLst/>
            <a:ahLst/>
            <a:cxnLst/>
            <a:rect r="r" b="b" t="t" l="l"/>
            <a:pathLst>
              <a:path h="2068231" w="2527838">
                <a:moveTo>
                  <a:pt x="0" y="0"/>
                </a:moveTo>
                <a:lnTo>
                  <a:pt x="2527839" y="0"/>
                </a:lnTo>
                <a:lnTo>
                  <a:pt x="2527839" y="2068231"/>
                </a:lnTo>
                <a:lnTo>
                  <a:pt x="0" y="206823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560577" y="8352066"/>
            <a:ext cx="1762476" cy="2370078"/>
          </a:xfrm>
          <a:custGeom>
            <a:avLst/>
            <a:gdLst/>
            <a:ahLst/>
            <a:cxnLst/>
            <a:rect r="r" b="b" t="t" l="l"/>
            <a:pathLst>
              <a:path h="2370078" w="1762476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807361">
            <a:off x="16553163" y="3512862"/>
            <a:ext cx="1713652" cy="3261275"/>
          </a:xfrm>
          <a:custGeom>
            <a:avLst/>
            <a:gdLst/>
            <a:ahLst/>
            <a:cxnLst/>
            <a:rect r="r" b="b" t="t" l="l"/>
            <a:pathLst>
              <a:path h="3261275" w="1713652">
                <a:moveTo>
                  <a:pt x="1713652" y="0"/>
                </a:moveTo>
                <a:lnTo>
                  <a:pt x="0" y="0"/>
                </a:lnTo>
                <a:lnTo>
                  <a:pt x="0" y="3261276"/>
                </a:lnTo>
                <a:lnTo>
                  <a:pt x="1713652" y="3261276"/>
                </a:lnTo>
                <a:lnTo>
                  <a:pt x="171365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370920" y="2889453"/>
            <a:ext cx="9546159" cy="788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406">
                <a:solidFill>
                  <a:srgbClr val="FBFEF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Marco Abarca</a:t>
            </a:r>
          </a:p>
          <a:p>
            <a:pPr algn="ctr" marL="0" indent="0" lvl="0">
              <a:lnSpc>
                <a:spcPts val="3200"/>
              </a:lnSpc>
            </a:pPr>
            <a:r>
              <a:rPr lang="en-US" sz="2406">
                <a:solidFill>
                  <a:srgbClr val="FBFEF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Juan Pablo Landi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1217368">
            <a:off x="-981827" y="973876"/>
            <a:ext cx="2689340" cy="1789633"/>
          </a:xfrm>
          <a:custGeom>
            <a:avLst/>
            <a:gdLst/>
            <a:ahLst/>
            <a:cxnLst/>
            <a:rect r="r" b="b" t="t" l="l"/>
            <a:pathLst>
              <a:path h="1789633" w="2689340">
                <a:moveTo>
                  <a:pt x="0" y="0"/>
                </a:moveTo>
                <a:lnTo>
                  <a:pt x="2689340" y="0"/>
                </a:lnTo>
                <a:lnTo>
                  <a:pt x="2689340" y="1789634"/>
                </a:lnTo>
                <a:lnTo>
                  <a:pt x="0" y="178963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0453"/>
            <a:ext cx="11144729" cy="8521518"/>
            <a:chOff x="0" y="0"/>
            <a:chExt cx="2935237" cy="2244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35237" cy="2244350"/>
            </a:xfrm>
            <a:custGeom>
              <a:avLst/>
              <a:gdLst/>
              <a:ahLst/>
              <a:cxnLst/>
              <a:rect r="r" b="b" t="t" l="l"/>
              <a:pathLst>
                <a:path h="2244350" w="2935237">
                  <a:moveTo>
                    <a:pt x="9725" y="0"/>
                  </a:moveTo>
                  <a:lnTo>
                    <a:pt x="2925512" y="0"/>
                  </a:lnTo>
                  <a:cubicBezTo>
                    <a:pt x="2930883" y="0"/>
                    <a:pt x="2935237" y="4354"/>
                    <a:pt x="2935237" y="9725"/>
                  </a:cubicBezTo>
                  <a:lnTo>
                    <a:pt x="2935237" y="2234625"/>
                  </a:lnTo>
                  <a:cubicBezTo>
                    <a:pt x="2935237" y="2239996"/>
                    <a:pt x="2930883" y="2244350"/>
                    <a:pt x="2925512" y="2244350"/>
                  </a:cubicBezTo>
                  <a:lnTo>
                    <a:pt x="9725" y="2244350"/>
                  </a:lnTo>
                  <a:cubicBezTo>
                    <a:pt x="4354" y="2244350"/>
                    <a:pt x="0" y="2239996"/>
                    <a:pt x="0" y="2234625"/>
                  </a:cubicBezTo>
                  <a:lnTo>
                    <a:pt x="0" y="9725"/>
                  </a:lnTo>
                  <a:cubicBezTo>
                    <a:pt x="0" y="4354"/>
                    <a:pt x="4354" y="0"/>
                    <a:pt x="9725" y="0"/>
                  </a:cubicBezTo>
                  <a:close/>
                </a:path>
              </a:pathLst>
            </a:custGeom>
            <a:solidFill>
              <a:srgbClr val="05061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935237" cy="227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74617" y="2715557"/>
            <a:ext cx="9606839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20"/>
              </a:lnSpc>
              <a:spcBef>
                <a:spcPct val="0"/>
              </a:spcBef>
            </a:pPr>
            <a:r>
              <a:rPr lang="en-US" sz="15267">
                <a:solidFill>
                  <a:srgbClr val="FFFFFF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Introducción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4617" y="4992032"/>
            <a:ext cx="7698672" cy="289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5"/>
              </a:lnSpc>
            </a:pPr>
            <a:r>
              <a:rPr lang="en-US" sz="27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 objetivo del proyecto es desarrollar un sistema que facilite la declaración de impuestos a la renta para calcular la rebaja correspondiente. Este sistema consultará la tabla de impuestos a la renta del 2023 para personas naturales.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795223" y="1236387"/>
            <a:ext cx="6752993" cy="8021913"/>
          </a:xfrm>
          <a:custGeom>
            <a:avLst/>
            <a:gdLst/>
            <a:ahLst/>
            <a:cxnLst/>
            <a:rect r="r" b="b" t="t" l="l"/>
            <a:pathLst>
              <a:path h="8021913" w="6752993">
                <a:moveTo>
                  <a:pt x="0" y="0"/>
                </a:moveTo>
                <a:lnTo>
                  <a:pt x="6752992" y="0"/>
                </a:lnTo>
                <a:lnTo>
                  <a:pt x="6752992" y="8021913"/>
                </a:lnTo>
                <a:lnTo>
                  <a:pt x="0" y="8021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88096">
            <a:off x="15417288" y="3016004"/>
            <a:ext cx="1147376" cy="1227737"/>
          </a:xfrm>
          <a:custGeom>
            <a:avLst/>
            <a:gdLst/>
            <a:ahLst/>
            <a:cxnLst/>
            <a:rect r="r" b="b" t="t" l="l"/>
            <a:pathLst>
              <a:path h="1227737" w="1147376">
                <a:moveTo>
                  <a:pt x="0" y="0"/>
                </a:moveTo>
                <a:lnTo>
                  <a:pt x="1147376" y="0"/>
                </a:lnTo>
                <a:lnTo>
                  <a:pt x="1147376" y="1227737"/>
                </a:lnTo>
                <a:lnTo>
                  <a:pt x="0" y="12277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4271" y="7956769"/>
            <a:ext cx="2833822" cy="1885779"/>
          </a:xfrm>
          <a:custGeom>
            <a:avLst/>
            <a:gdLst/>
            <a:ahLst/>
            <a:cxnLst/>
            <a:rect r="r" b="b" t="t" l="l"/>
            <a:pathLst>
              <a:path h="1885779" w="2833822">
                <a:moveTo>
                  <a:pt x="0" y="0"/>
                </a:moveTo>
                <a:lnTo>
                  <a:pt x="2833821" y="0"/>
                </a:lnTo>
                <a:lnTo>
                  <a:pt x="2833821" y="1885779"/>
                </a:lnTo>
                <a:lnTo>
                  <a:pt x="0" y="1885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8624" y="4165281"/>
            <a:ext cx="16690753" cy="1416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32"/>
              </a:lnSpc>
            </a:pPr>
            <a:r>
              <a:rPr lang="en-US" sz="11464">
                <a:solidFill>
                  <a:srgbClr val="FEFEFE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¿MEJORAS?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206304" y="-200615"/>
            <a:ext cx="3244749" cy="2289023"/>
          </a:xfrm>
          <a:custGeom>
            <a:avLst/>
            <a:gdLst/>
            <a:ahLst/>
            <a:cxnLst/>
            <a:rect r="r" b="b" t="t" l="l"/>
            <a:pathLst>
              <a:path h="2289023" w="3244749">
                <a:moveTo>
                  <a:pt x="0" y="0"/>
                </a:moveTo>
                <a:lnTo>
                  <a:pt x="3244749" y="0"/>
                </a:lnTo>
                <a:lnTo>
                  <a:pt x="3244749" y="2289023"/>
                </a:lnTo>
                <a:lnTo>
                  <a:pt x="0" y="2289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484404">
            <a:off x="16113049" y="-652339"/>
            <a:ext cx="2056723" cy="2893088"/>
          </a:xfrm>
          <a:custGeom>
            <a:avLst/>
            <a:gdLst/>
            <a:ahLst/>
            <a:cxnLst/>
            <a:rect r="r" b="b" t="t" l="l"/>
            <a:pathLst>
              <a:path h="2893088" w="2056723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1895" y="-133738"/>
            <a:ext cx="1762476" cy="2370078"/>
          </a:xfrm>
          <a:custGeom>
            <a:avLst/>
            <a:gdLst/>
            <a:ahLst/>
            <a:cxnLst/>
            <a:rect r="r" b="b" t="t" l="l"/>
            <a:pathLst>
              <a:path h="2370078" w="1762476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599664">
            <a:off x="5888814" y="-1386482"/>
            <a:ext cx="2604665" cy="3354954"/>
          </a:xfrm>
          <a:custGeom>
            <a:avLst/>
            <a:gdLst/>
            <a:ahLst/>
            <a:cxnLst/>
            <a:rect r="r" b="b" t="t" l="l"/>
            <a:pathLst>
              <a:path h="3354954" w="2604665">
                <a:moveTo>
                  <a:pt x="0" y="0"/>
                </a:moveTo>
                <a:lnTo>
                  <a:pt x="2604665" y="0"/>
                </a:lnTo>
                <a:lnTo>
                  <a:pt x="2604665" y="3354955"/>
                </a:lnTo>
                <a:lnTo>
                  <a:pt x="0" y="33549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35954">
            <a:off x="12915840" y="-1557050"/>
            <a:ext cx="1999490" cy="3425917"/>
          </a:xfrm>
          <a:custGeom>
            <a:avLst/>
            <a:gdLst/>
            <a:ahLst/>
            <a:cxnLst/>
            <a:rect r="r" b="b" t="t" l="l"/>
            <a:pathLst>
              <a:path h="3425917" w="1999490">
                <a:moveTo>
                  <a:pt x="0" y="0"/>
                </a:moveTo>
                <a:lnTo>
                  <a:pt x="1999490" y="0"/>
                </a:lnTo>
                <a:lnTo>
                  <a:pt x="1999490" y="3425917"/>
                </a:lnTo>
                <a:lnTo>
                  <a:pt x="0" y="34259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43815" y="8001312"/>
            <a:ext cx="3936411" cy="2555088"/>
          </a:xfrm>
          <a:custGeom>
            <a:avLst/>
            <a:gdLst/>
            <a:ahLst/>
            <a:cxnLst/>
            <a:rect r="r" b="b" t="t" l="l"/>
            <a:pathLst>
              <a:path h="2555088" w="3936411">
                <a:moveTo>
                  <a:pt x="0" y="0"/>
                </a:moveTo>
                <a:lnTo>
                  <a:pt x="3936410" y="0"/>
                </a:lnTo>
                <a:lnTo>
                  <a:pt x="3936410" y="2555088"/>
                </a:lnTo>
                <a:lnTo>
                  <a:pt x="0" y="25550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84550" y="-133738"/>
            <a:ext cx="2617945" cy="1989639"/>
          </a:xfrm>
          <a:custGeom>
            <a:avLst/>
            <a:gdLst/>
            <a:ahLst/>
            <a:cxnLst/>
            <a:rect r="r" b="b" t="t" l="l"/>
            <a:pathLst>
              <a:path h="1989639" w="2617945">
                <a:moveTo>
                  <a:pt x="0" y="0"/>
                </a:moveTo>
                <a:lnTo>
                  <a:pt x="2617945" y="0"/>
                </a:lnTo>
                <a:lnTo>
                  <a:pt x="2617945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200210">
            <a:off x="12528147" y="8574041"/>
            <a:ext cx="1999490" cy="3425917"/>
          </a:xfrm>
          <a:custGeom>
            <a:avLst/>
            <a:gdLst/>
            <a:ahLst/>
            <a:cxnLst/>
            <a:rect r="r" b="b" t="t" l="l"/>
            <a:pathLst>
              <a:path h="3425917" w="1999490">
                <a:moveTo>
                  <a:pt x="0" y="0"/>
                </a:moveTo>
                <a:lnTo>
                  <a:pt x="1999490" y="0"/>
                </a:lnTo>
                <a:lnTo>
                  <a:pt x="1999490" y="3425918"/>
                </a:lnTo>
                <a:lnTo>
                  <a:pt x="0" y="34259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141895" y="6991049"/>
            <a:ext cx="11877108" cy="4285815"/>
            <a:chOff x="0" y="0"/>
            <a:chExt cx="15836145" cy="57144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966670" y="1741750"/>
              <a:ext cx="3490594" cy="2652851"/>
            </a:xfrm>
            <a:custGeom>
              <a:avLst/>
              <a:gdLst/>
              <a:ahLst/>
              <a:cxnLst/>
              <a:rect r="r" b="b" t="t" l="l"/>
              <a:pathLst>
                <a:path h="2652851" w="3490594">
                  <a:moveTo>
                    <a:pt x="0" y="0"/>
                  </a:moveTo>
                  <a:lnTo>
                    <a:pt x="3490594" y="0"/>
                  </a:lnTo>
                  <a:lnTo>
                    <a:pt x="3490594" y="2652851"/>
                  </a:lnTo>
                  <a:lnTo>
                    <a:pt x="0" y="265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1791596">
              <a:off x="969119" y="291690"/>
              <a:ext cx="2378878" cy="4527276"/>
            </a:xfrm>
            <a:custGeom>
              <a:avLst/>
              <a:gdLst/>
              <a:ahLst/>
              <a:cxnLst/>
              <a:rect r="r" b="b" t="t" l="l"/>
              <a:pathLst>
                <a:path h="4527276" w="2378878">
                  <a:moveTo>
                    <a:pt x="0" y="0"/>
                  </a:moveTo>
                  <a:lnTo>
                    <a:pt x="2378878" y="0"/>
                  </a:lnTo>
                  <a:lnTo>
                    <a:pt x="2378878" y="4527276"/>
                  </a:lnTo>
                  <a:lnTo>
                    <a:pt x="0" y="45272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767621">
              <a:off x="13723010" y="2076234"/>
              <a:ext cx="1910503" cy="2044312"/>
            </a:xfrm>
            <a:custGeom>
              <a:avLst/>
              <a:gdLst/>
              <a:ahLst/>
              <a:cxnLst/>
              <a:rect r="r" b="b" t="t" l="l"/>
              <a:pathLst>
                <a:path h="2044312" w="1910503">
                  <a:moveTo>
                    <a:pt x="0" y="0"/>
                  </a:moveTo>
                  <a:lnTo>
                    <a:pt x="1910503" y="0"/>
                  </a:lnTo>
                  <a:lnTo>
                    <a:pt x="1910503" y="2044313"/>
                  </a:lnTo>
                  <a:lnTo>
                    <a:pt x="0" y="2044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3484404">
              <a:off x="8968711" y="1601993"/>
              <a:ext cx="2742297" cy="3857451"/>
            </a:xfrm>
            <a:custGeom>
              <a:avLst/>
              <a:gdLst/>
              <a:ahLst/>
              <a:cxnLst/>
              <a:rect r="r" b="b" t="t" l="l"/>
              <a:pathLst>
                <a:path h="3857451" w="2742297">
                  <a:moveTo>
                    <a:pt x="0" y="0"/>
                  </a:moveTo>
                  <a:lnTo>
                    <a:pt x="2742296" y="0"/>
                  </a:lnTo>
                  <a:lnTo>
                    <a:pt x="2742296" y="3857451"/>
                  </a:lnTo>
                  <a:lnTo>
                    <a:pt x="0" y="3857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5328" y="3374337"/>
            <a:ext cx="16618224" cy="6053873"/>
            <a:chOff x="0" y="0"/>
            <a:chExt cx="4376816" cy="15944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6816" cy="1594436"/>
            </a:xfrm>
            <a:custGeom>
              <a:avLst/>
              <a:gdLst/>
              <a:ahLst/>
              <a:cxnLst/>
              <a:rect r="r" b="b" t="t" l="l"/>
              <a:pathLst>
                <a:path h="1594436" w="4376816">
                  <a:moveTo>
                    <a:pt x="4659" y="0"/>
                  </a:moveTo>
                  <a:lnTo>
                    <a:pt x="4372158" y="0"/>
                  </a:lnTo>
                  <a:cubicBezTo>
                    <a:pt x="4373393" y="0"/>
                    <a:pt x="4374578" y="491"/>
                    <a:pt x="4375452" y="1364"/>
                  </a:cubicBezTo>
                  <a:cubicBezTo>
                    <a:pt x="4376326" y="2238"/>
                    <a:pt x="4376816" y="3423"/>
                    <a:pt x="4376816" y="4659"/>
                  </a:cubicBezTo>
                  <a:lnTo>
                    <a:pt x="4376816" y="1589777"/>
                  </a:lnTo>
                  <a:cubicBezTo>
                    <a:pt x="4376816" y="1592350"/>
                    <a:pt x="4374730" y="1594436"/>
                    <a:pt x="4372158" y="1594436"/>
                  </a:cubicBezTo>
                  <a:lnTo>
                    <a:pt x="4659" y="1594436"/>
                  </a:lnTo>
                  <a:cubicBezTo>
                    <a:pt x="3423" y="1594436"/>
                    <a:pt x="2238" y="1593945"/>
                    <a:pt x="1364" y="1593071"/>
                  </a:cubicBezTo>
                  <a:cubicBezTo>
                    <a:pt x="491" y="1592197"/>
                    <a:pt x="0" y="1591012"/>
                    <a:pt x="0" y="1589777"/>
                  </a:cubicBezTo>
                  <a:lnTo>
                    <a:pt x="0" y="4659"/>
                  </a:lnTo>
                  <a:cubicBezTo>
                    <a:pt x="0" y="3423"/>
                    <a:pt x="491" y="2238"/>
                    <a:pt x="1364" y="1364"/>
                  </a:cubicBezTo>
                  <a:cubicBezTo>
                    <a:pt x="2238" y="491"/>
                    <a:pt x="3423" y="0"/>
                    <a:pt x="4659" y="0"/>
                  </a:cubicBezTo>
                  <a:close/>
                </a:path>
              </a:pathLst>
            </a:custGeom>
            <a:solidFill>
              <a:srgbClr val="05061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76816" cy="1623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89545" y="5014517"/>
            <a:ext cx="944968" cy="944968"/>
          </a:xfrm>
          <a:custGeom>
            <a:avLst/>
            <a:gdLst/>
            <a:ahLst/>
            <a:cxnLst/>
            <a:rect r="r" b="b" t="t" l="l"/>
            <a:pathLst>
              <a:path h="944968" w="944968">
                <a:moveTo>
                  <a:pt x="0" y="0"/>
                </a:moveTo>
                <a:lnTo>
                  <a:pt x="944967" y="0"/>
                </a:lnTo>
                <a:lnTo>
                  <a:pt x="944967" y="944968"/>
                </a:lnTo>
                <a:lnTo>
                  <a:pt x="0" y="94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11191" y="4427041"/>
            <a:ext cx="4722939" cy="3704266"/>
          </a:xfrm>
          <a:custGeom>
            <a:avLst/>
            <a:gdLst/>
            <a:ahLst/>
            <a:cxnLst/>
            <a:rect r="r" b="b" t="t" l="l"/>
            <a:pathLst>
              <a:path h="3704266" w="4722939">
                <a:moveTo>
                  <a:pt x="0" y="0"/>
                </a:moveTo>
                <a:lnTo>
                  <a:pt x="4722940" y="0"/>
                </a:lnTo>
                <a:lnTo>
                  <a:pt x="4722940" y="3704266"/>
                </a:lnTo>
                <a:lnTo>
                  <a:pt x="0" y="3704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0800000">
            <a:off x="3095886" y="689637"/>
            <a:ext cx="11877108" cy="4285815"/>
            <a:chOff x="0" y="0"/>
            <a:chExt cx="15836145" cy="57144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966670" y="1741750"/>
              <a:ext cx="3490594" cy="2652851"/>
            </a:xfrm>
            <a:custGeom>
              <a:avLst/>
              <a:gdLst/>
              <a:ahLst/>
              <a:cxnLst/>
              <a:rect r="r" b="b" t="t" l="l"/>
              <a:pathLst>
                <a:path h="2652851" w="3490594">
                  <a:moveTo>
                    <a:pt x="0" y="0"/>
                  </a:moveTo>
                  <a:lnTo>
                    <a:pt x="3490594" y="0"/>
                  </a:lnTo>
                  <a:lnTo>
                    <a:pt x="3490594" y="2652851"/>
                  </a:lnTo>
                  <a:lnTo>
                    <a:pt x="0" y="265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1791596">
              <a:off x="969119" y="291690"/>
              <a:ext cx="2378878" cy="4527276"/>
            </a:xfrm>
            <a:custGeom>
              <a:avLst/>
              <a:gdLst/>
              <a:ahLst/>
              <a:cxnLst/>
              <a:rect r="r" b="b" t="t" l="l"/>
              <a:pathLst>
                <a:path h="4527276" w="2378878">
                  <a:moveTo>
                    <a:pt x="0" y="0"/>
                  </a:moveTo>
                  <a:lnTo>
                    <a:pt x="2378878" y="0"/>
                  </a:lnTo>
                  <a:lnTo>
                    <a:pt x="2378878" y="4527276"/>
                  </a:lnTo>
                  <a:lnTo>
                    <a:pt x="0" y="45272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767621">
              <a:off x="13723010" y="2076234"/>
              <a:ext cx="1910503" cy="2044312"/>
            </a:xfrm>
            <a:custGeom>
              <a:avLst/>
              <a:gdLst/>
              <a:ahLst/>
              <a:cxnLst/>
              <a:rect r="r" b="b" t="t" l="l"/>
              <a:pathLst>
                <a:path h="2044312" w="1910503">
                  <a:moveTo>
                    <a:pt x="0" y="0"/>
                  </a:moveTo>
                  <a:lnTo>
                    <a:pt x="1910503" y="0"/>
                  </a:lnTo>
                  <a:lnTo>
                    <a:pt x="1910503" y="2044313"/>
                  </a:lnTo>
                  <a:lnTo>
                    <a:pt x="0" y="2044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3484404">
              <a:off x="8968711" y="1601993"/>
              <a:ext cx="2742297" cy="3857451"/>
            </a:xfrm>
            <a:custGeom>
              <a:avLst/>
              <a:gdLst/>
              <a:ahLst/>
              <a:cxnLst/>
              <a:rect r="r" b="b" t="t" l="l"/>
              <a:pathLst>
                <a:path h="3857451" w="2742297">
                  <a:moveTo>
                    <a:pt x="0" y="0"/>
                  </a:moveTo>
                  <a:lnTo>
                    <a:pt x="2742296" y="0"/>
                  </a:lnTo>
                  <a:lnTo>
                    <a:pt x="2742296" y="3857451"/>
                  </a:lnTo>
                  <a:lnTo>
                    <a:pt x="0" y="3857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1788183" y="4560128"/>
            <a:ext cx="5555369" cy="3438093"/>
          </a:xfrm>
          <a:custGeom>
            <a:avLst/>
            <a:gdLst/>
            <a:ahLst/>
            <a:cxnLst/>
            <a:rect r="r" b="b" t="t" l="l"/>
            <a:pathLst>
              <a:path h="3438093" w="5555369">
                <a:moveTo>
                  <a:pt x="0" y="0"/>
                </a:moveTo>
                <a:lnTo>
                  <a:pt x="5555369" y="0"/>
                </a:lnTo>
                <a:lnTo>
                  <a:pt x="5555369" y="3438092"/>
                </a:lnTo>
                <a:lnTo>
                  <a:pt x="0" y="343809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6442" t="-11593" r="-16442" b="-912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2285" y="1219200"/>
            <a:ext cx="17183430" cy="1613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05"/>
              </a:lnSpc>
            </a:pPr>
            <a:r>
              <a:rPr lang="en-US" sz="11868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USO DE BASE DE DATOS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22854" y="4881167"/>
            <a:ext cx="4088337" cy="239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  <a:spcBef>
                <a:spcPct val="0"/>
              </a:spcBef>
            </a:pPr>
            <a:r>
              <a:rPr lang="en-US" sz="6899" u="sng">
                <a:solidFill>
                  <a:srgbClr val="FFFFFF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APLICACION UTILIZADA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205446" y="7115392"/>
            <a:ext cx="11877108" cy="4285815"/>
            <a:chOff x="0" y="0"/>
            <a:chExt cx="15836145" cy="57144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966670" y="1741750"/>
              <a:ext cx="3490594" cy="2652851"/>
            </a:xfrm>
            <a:custGeom>
              <a:avLst/>
              <a:gdLst/>
              <a:ahLst/>
              <a:cxnLst/>
              <a:rect r="r" b="b" t="t" l="l"/>
              <a:pathLst>
                <a:path h="2652851" w="3490594">
                  <a:moveTo>
                    <a:pt x="0" y="0"/>
                  </a:moveTo>
                  <a:lnTo>
                    <a:pt x="3490594" y="0"/>
                  </a:lnTo>
                  <a:lnTo>
                    <a:pt x="3490594" y="2652851"/>
                  </a:lnTo>
                  <a:lnTo>
                    <a:pt x="0" y="265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1791596">
              <a:off x="969119" y="291690"/>
              <a:ext cx="2378878" cy="4527276"/>
            </a:xfrm>
            <a:custGeom>
              <a:avLst/>
              <a:gdLst/>
              <a:ahLst/>
              <a:cxnLst/>
              <a:rect r="r" b="b" t="t" l="l"/>
              <a:pathLst>
                <a:path h="4527276" w="2378878">
                  <a:moveTo>
                    <a:pt x="0" y="0"/>
                  </a:moveTo>
                  <a:lnTo>
                    <a:pt x="2378878" y="0"/>
                  </a:lnTo>
                  <a:lnTo>
                    <a:pt x="2378878" y="4527276"/>
                  </a:lnTo>
                  <a:lnTo>
                    <a:pt x="0" y="45272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-767621">
              <a:off x="13723010" y="2076234"/>
              <a:ext cx="1910503" cy="2044312"/>
            </a:xfrm>
            <a:custGeom>
              <a:avLst/>
              <a:gdLst/>
              <a:ahLst/>
              <a:cxnLst/>
              <a:rect r="r" b="b" t="t" l="l"/>
              <a:pathLst>
                <a:path h="2044312" w="1910503">
                  <a:moveTo>
                    <a:pt x="0" y="0"/>
                  </a:moveTo>
                  <a:lnTo>
                    <a:pt x="1910503" y="0"/>
                  </a:lnTo>
                  <a:lnTo>
                    <a:pt x="1910503" y="2044313"/>
                  </a:lnTo>
                  <a:lnTo>
                    <a:pt x="0" y="2044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-3484404">
              <a:off x="8968711" y="1601993"/>
              <a:ext cx="2742297" cy="3857451"/>
            </a:xfrm>
            <a:custGeom>
              <a:avLst/>
              <a:gdLst/>
              <a:ahLst/>
              <a:cxnLst/>
              <a:rect r="r" b="b" t="t" l="l"/>
              <a:pathLst>
                <a:path h="3857451" w="2742297">
                  <a:moveTo>
                    <a:pt x="0" y="0"/>
                  </a:moveTo>
                  <a:lnTo>
                    <a:pt x="2742296" y="0"/>
                  </a:lnTo>
                  <a:lnTo>
                    <a:pt x="2742296" y="3857451"/>
                  </a:lnTo>
                  <a:lnTo>
                    <a:pt x="0" y="3857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33107" y="8297361"/>
            <a:ext cx="2617945" cy="1989639"/>
          </a:xfrm>
          <a:custGeom>
            <a:avLst/>
            <a:gdLst/>
            <a:ahLst/>
            <a:cxnLst/>
            <a:rect r="r" b="b" t="t" l="l"/>
            <a:pathLst>
              <a:path h="1989639" w="2617945">
                <a:moveTo>
                  <a:pt x="0" y="0"/>
                </a:moveTo>
                <a:lnTo>
                  <a:pt x="2617946" y="0"/>
                </a:lnTo>
                <a:lnTo>
                  <a:pt x="2617946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06304" y="-200615"/>
            <a:ext cx="3244749" cy="2289023"/>
          </a:xfrm>
          <a:custGeom>
            <a:avLst/>
            <a:gdLst/>
            <a:ahLst/>
            <a:cxnLst/>
            <a:rect r="r" b="b" t="t" l="l"/>
            <a:pathLst>
              <a:path h="2289023" w="3244749">
                <a:moveTo>
                  <a:pt x="0" y="0"/>
                </a:moveTo>
                <a:lnTo>
                  <a:pt x="3244749" y="0"/>
                </a:lnTo>
                <a:lnTo>
                  <a:pt x="3244749" y="2289023"/>
                </a:lnTo>
                <a:lnTo>
                  <a:pt x="0" y="2289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484404">
            <a:off x="16113049" y="-652339"/>
            <a:ext cx="2056723" cy="2893088"/>
          </a:xfrm>
          <a:custGeom>
            <a:avLst/>
            <a:gdLst/>
            <a:ahLst/>
            <a:cxnLst/>
            <a:rect r="r" b="b" t="t" l="l"/>
            <a:pathLst>
              <a:path h="2893088" w="2056723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1895" y="-133738"/>
            <a:ext cx="1762476" cy="2370078"/>
          </a:xfrm>
          <a:custGeom>
            <a:avLst/>
            <a:gdLst/>
            <a:ahLst/>
            <a:cxnLst/>
            <a:rect r="r" b="b" t="t" l="l"/>
            <a:pathLst>
              <a:path h="2370078" w="1762476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599664">
            <a:off x="5888814" y="-1386482"/>
            <a:ext cx="2604665" cy="3354954"/>
          </a:xfrm>
          <a:custGeom>
            <a:avLst/>
            <a:gdLst/>
            <a:ahLst/>
            <a:cxnLst/>
            <a:rect r="r" b="b" t="t" l="l"/>
            <a:pathLst>
              <a:path h="3354954" w="2604665">
                <a:moveTo>
                  <a:pt x="0" y="0"/>
                </a:moveTo>
                <a:lnTo>
                  <a:pt x="2604665" y="0"/>
                </a:lnTo>
                <a:lnTo>
                  <a:pt x="2604665" y="3354955"/>
                </a:lnTo>
                <a:lnTo>
                  <a:pt x="0" y="3354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35954">
            <a:off x="12915840" y="-1557050"/>
            <a:ext cx="1999490" cy="3425917"/>
          </a:xfrm>
          <a:custGeom>
            <a:avLst/>
            <a:gdLst/>
            <a:ahLst/>
            <a:cxnLst/>
            <a:rect r="r" b="b" t="t" l="l"/>
            <a:pathLst>
              <a:path h="3425917" w="1999490">
                <a:moveTo>
                  <a:pt x="0" y="0"/>
                </a:moveTo>
                <a:lnTo>
                  <a:pt x="1999490" y="0"/>
                </a:lnTo>
                <a:lnTo>
                  <a:pt x="1999490" y="3425917"/>
                </a:lnTo>
                <a:lnTo>
                  <a:pt x="0" y="3425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791596">
            <a:off x="584944" y="7209817"/>
            <a:ext cx="1784158" cy="3395457"/>
          </a:xfrm>
          <a:custGeom>
            <a:avLst/>
            <a:gdLst/>
            <a:ahLst/>
            <a:cxnLst/>
            <a:rect r="r" b="b" t="t" l="l"/>
            <a:pathLst>
              <a:path h="3395457" w="1784158">
                <a:moveTo>
                  <a:pt x="0" y="0"/>
                </a:moveTo>
                <a:lnTo>
                  <a:pt x="1784159" y="0"/>
                </a:lnTo>
                <a:lnTo>
                  <a:pt x="1784159" y="3395457"/>
                </a:lnTo>
                <a:lnTo>
                  <a:pt x="0" y="33954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67621">
            <a:off x="10150362" y="8548225"/>
            <a:ext cx="1432877" cy="1533234"/>
          </a:xfrm>
          <a:custGeom>
            <a:avLst/>
            <a:gdLst/>
            <a:ahLst/>
            <a:cxnLst/>
            <a:rect r="r" b="b" t="t" l="l"/>
            <a:pathLst>
              <a:path h="1533234" w="1432877">
                <a:moveTo>
                  <a:pt x="0" y="0"/>
                </a:moveTo>
                <a:lnTo>
                  <a:pt x="1432877" y="0"/>
                </a:lnTo>
                <a:lnTo>
                  <a:pt x="1432877" y="1533234"/>
                </a:lnTo>
                <a:lnTo>
                  <a:pt x="0" y="15332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43815" y="8001312"/>
            <a:ext cx="3936411" cy="2555088"/>
          </a:xfrm>
          <a:custGeom>
            <a:avLst/>
            <a:gdLst/>
            <a:ahLst/>
            <a:cxnLst/>
            <a:rect r="r" b="b" t="t" l="l"/>
            <a:pathLst>
              <a:path h="2555088" w="3936411">
                <a:moveTo>
                  <a:pt x="0" y="0"/>
                </a:moveTo>
                <a:lnTo>
                  <a:pt x="3936410" y="0"/>
                </a:lnTo>
                <a:lnTo>
                  <a:pt x="3936410" y="2555088"/>
                </a:lnTo>
                <a:lnTo>
                  <a:pt x="0" y="255508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84550" y="-133738"/>
            <a:ext cx="2617945" cy="1989639"/>
          </a:xfrm>
          <a:custGeom>
            <a:avLst/>
            <a:gdLst/>
            <a:ahLst/>
            <a:cxnLst/>
            <a:rect r="r" b="b" t="t" l="l"/>
            <a:pathLst>
              <a:path h="1989639" w="2617945">
                <a:moveTo>
                  <a:pt x="0" y="0"/>
                </a:moveTo>
                <a:lnTo>
                  <a:pt x="2617945" y="0"/>
                </a:lnTo>
                <a:lnTo>
                  <a:pt x="2617945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200210">
            <a:off x="12528147" y="8574041"/>
            <a:ext cx="1999490" cy="3425917"/>
          </a:xfrm>
          <a:custGeom>
            <a:avLst/>
            <a:gdLst/>
            <a:ahLst/>
            <a:cxnLst/>
            <a:rect r="r" b="b" t="t" l="l"/>
            <a:pathLst>
              <a:path h="3425917" w="1999490">
                <a:moveTo>
                  <a:pt x="0" y="0"/>
                </a:moveTo>
                <a:lnTo>
                  <a:pt x="1999490" y="0"/>
                </a:lnTo>
                <a:lnTo>
                  <a:pt x="1999490" y="3425918"/>
                </a:lnTo>
                <a:lnTo>
                  <a:pt x="0" y="34259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3484404">
            <a:off x="6584638" y="8192544"/>
            <a:ext cx="2056723" cy="2893088"/>
          </a:xfrm>
          <a:custGeom>
            <a:avLst/>
            <a:gdLst/>
            <a:ahLst/>
            <a:cxnLst/>
            <a:rect r="r" b="b" t="t" l="l"/>
            <a:pathLst>
              <a:path h="2893088" w="2056723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976172" y="3211496"/>
            <a:ext cx="5026323" cy="5026323"/>
          </a:xfrm>
          <a:custGeom>
            <a:avLst/>
            <a:gdLst/>
            <a:ahLst/>
            <a:cxnLst/>
            <a:rect r="r" b="b" t="t" l="l"/>
            <a:pathLst>
              <a:path h="5026323" w="5026323">
                <a:moveTo>
                  <a:pt x="0" y="0"/>
                </a:moveTo>
                <a:lnTo>
                  <a:pt x="5026323" y="0"/>
                </a:lnTo>
                <a:lnTo>
                  <a:pt x="5026323" y="5026323"/>
                </a:lnTo>
                <a:lnTo>
                  <a:pt x="0" y="502632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47633" y="1965228"/>
            <a:ext cx="15664387" cy="124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41"/>
              </a:lnSpc>
            </a:pPr>
            <a:r>
              <a:rPr lang="en-US" sz="10045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DIAGRAMA UML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71900" y="793337"/>
            <a:ext cx="13294076" cy="8700326"/>
            <a:chOff x="0" y="0"/>
            <a:chExt cx="3501320" cy="22914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01320" cy="2291444"/>
            </a:xfrm>
            <a:custGeom>
              <a:avLst/>
              <a:gdLst/>
              <a:ahLst/>
              <a:cxnLst/>
              <a:rect r="r" b="b" t="t" l="l"/>
              <a:pathLst>
                <a:path h="2291444" w="3501320">
                  <a:moveTo>
                    <a:pt x="16306" y="0"/>
                  </a:moveTo>
                  <a:lnTo>
                    <a:pt x="3485014" y="0"/>
                  </a:lnTo>
                  <a:cubicBezTo>
                    <a:pt x="3494020" y="0"/>
                    <a:pt x="3501320" y="7300"/>
                    <a:pt x="3501320" y="16306"/>
                  </a:cubicBezTo>
                  <a:lnTo>
                    <a:pt x="3501320" y="2275138"/>
                  </a:lnTo>
                  <a:cubicBezTo>
                    <a:pt x="3501320" y="2284143"/>
                    <a:pt x="3494020" y="2291444"/>
                    <a:pt x="3485014" y="2291444"/>
                  </a:cubicBezTo>
                  <a:lnTo>
                    <a:pt x="16306" y="2291444"/>
                  </a:lnTo>
                  <a:cubicBezTo>
                    <a:pt x="11981" y="2291444"/>
                    <a:pt x="7834" y="2289726"/>
                    <a:pt x="4776" y="2286668"/>
                  </a:cubicBezTo>
                  <a:cubicBezTo>
                    <a:pt x="1718" y="2283610"/>
                    <a:pt x="0" y="2279462"/>
                    <a:pt x="0" y="2275138"/>
                  </a:cubicBezTo>
                  <a:lnTo>
                    <a:pt x="0" y="16306"/>
                  </a:lnTo>
                  <a:cubicBezTo>
                    <a:pt x="0" y="7300"/>
                    <a:pt x="7300" y="0"/>
                    <a:pt x="16306" y="0"/>
                  </a:cubicBezTo>
                  <a:close/>
                </a:path>
              </a:pathLst>
            </a:custGeom>
            <a:solidFill>
              <a:srgbClr val="05061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501320" cy="2320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290264"/>
            <a:ext cx="6928629" cy="7706473"/>
            <a:chOff x="0" y="0"/>
            <a:chExt cx="8019247" cy="89195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19247" cy="8919528"/>
            </a:xfrm>
            <a:custGeom>
              <a:avLst/>
              <a:gdLst/>
              <a:ahLst/>
              <a:cxnLst/>
              <a:rect r="r" b="b" t="t" l="l"/>
              <a:pathLst>
                <a:path h="8919528" w="8019247">
                  <a:moveTo>
                    <a:pt x="0" y="8467606"/>
                  </a:moveTo>
                  <a:lnTo>
                    <a:pt x="0" y="451923"/>
                  </a:lnTo>
                  <a:cubicBezTo>
                    <a:pt x="0" y="202176"/>
                    <a:pt x="272654" y="0"/>
                    <a:pt x="609463" y="0"/>
                  </a:cubicBezTo>
                  <a:lnTo>
                    <a:pt x="7409784" y="0"/>
                  </a:lnTo>
                  <a:cubicBezTo>
                    <a:pt x="7746592" y="0"/>
                    <a:pt x="8019247" y="203365"/>
                    <a:pt x="8019247" y="451923"/>
                  </a:cubicBezTo>
                  <a:lnTo>
                    <a:pt x="8019247" y="8467606"/>
                  </a:lnTo>
                  <a:cubicBezTo>
                    <a:pt x="8019247" y="8717352"/>
                    <a:pt x="7746592" y="8919528"/>
                    <a:pt x="7409784" y="8919528"/>
                  </a:cubicBezTo>
                  <a:lnTo>
                    <a:pt x="609463" y="8919528"/>
                  </a:lnTo>
                  <a:cubicBezTo>
                    <a:pt x="274258" y="8919528"/>
                    <a:pt x="0" y="8717352"/>
                    <a:pt x="0" y="8467606"/>
                  </a:cubicBezTo>
                  <a:close/>
                </a:path>
              </a:pathLst>
            </a:custGeom>
            <a:blipFill>
              <a:blip r:embed="rId2"/>
              <a:stretch>
                <a:fillRect l="-28605" t="0" r="-28605" b="0"/>
              </a:stretch>
            </a:blipFill>
            <a:ln w="152400" cap="sq">
              <a:solidFill>
                <a:srgbClr val="A0E0F4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4681318" y="336647"/>
            <a:ext cx="3606682" cy="2544350"/>
          </a:xfrm>
          <a:custGeom>
            <a:avLst/>
            <a:gdLst/>
            <a:ahLst/>
            <a:cxnLst/>
            <a:rect r="r" b="b" t="t" l="l"/>
            <a:pathLst>
              <a:path h="2544350" w="3606682">
                <a:moveTo>
                  <a:pt x="0" y="0"/>
                </a:moveTo>
                <a:lnTo>
                  <a:pt x="3606682" y="0"/>
                </a:lnTo>
                <a:lnTo>
                  <a:pt x="3606682" y="2544350"/>
                </a:lnTo>
                <a:lnTo>
                  <a:pt x="0" y="254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690492">
            <a:off x="13079639" y="1183819"/>
            <a:ext cx="1209427" cy="1294134"/>
          </a:xfrm>
          <a:custGeom>
            <a:avLst/>
            <a:gdLst/>
            <a:ahLst/>
            <a:cxnLst/>
            <a:rect r="r" b="b" t="t" l="l"/>
            <a:pathLst>
              <a:path h="1294134" w="1209427">
                <a:moveTo>
                  <a:pt x="0" y="0"/>
                </a:moveTo>
                <a:lnTo>
                  <a:pt x="1209427" y="0"/>
                </a:lnTo>
                <a:lnTo>
                  <a:pt x="1209427" y="1294134"/>
                </a:lnTo>
                <a:lnTo>
                  <a:pt x="0" y="1294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27496" y="4477266"/>
            <a:ext cx="7957163" cy="143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67"/>
              </a:lnSpc>
            </a:pPr>
            <a:r>
              <a:rPr lang="en-US" sz="10153" spc="274">
                <a:solidFill>
                  <a:srgbClr val="FFFFFF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Código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473502">
            <a:off x="15338910" y="8001917"/>
            <a:ext cx="2617945" cy="1989639"/>
          </a:xfrm>
          <a:custGeom>
            <a:avLst/>
            <a:gdLst/>
            <a:ahLst/>
            <a:cxnLst/>
            <a:rect r="r" b="b" t="t" l="l"/>
            <a:pathLst>
              <a:path h="1989639" w="2617945">
                <a:moveTo>
                  <a:pt x="0" y="0"/>
                </a:moveTo>
                <a:lnTo>
                  <a:pt x="2617945" y="0"/>
                </a:lnTo>
                <a:lnTo>
                  <a:pt x="2617945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265099">
            <a:off x="11894006" y="7195020"/>
            <a:ext cx="1784158" cy="3395457"/>
          </a:xfrm>
          <a:custGeom>
            <a:avLst/>
            <a:gdLst/>
            <a:ahLst/>
            <a:cxnLst/>
            <a:rect r="r" b="b" t="t" l="l"/>
            <a:pathLst>
              <a:path h="3395457" w="1784158">
                <a:moveTo>
                  <a:pt x="0" y="0"/>
                </a:moveTo>
                <a:lnTo>
                  <a:pt x="1784158" y="0"/>
                </a:lnTo>
                <a:lnTo>
                  <a:pt x="1784158" y="3395457"/>
                </a:lnTo>
                <a:lnTo>
                  <a:pt x="0" y="3395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3241124">
            <a:off x="16530285" y="3144532"/>
            <a:ext cx="1432877" cy="1533234"/>
          </a:xfrm>
          <a:custGeom>
            <a:avLst/>
            <a:gdLst/>
            <a:ahLst/>
            <a:cxnLst/>
            <a:rect r="r" b="b" t="t" l="l"/>
            <a:pathLst>
              <a:path h="1533234" w="1432877">
                <a:moveTo>
                  <a:pt x="0" y="0"/>
                </a:moveTo>
                <a:lnTo>
                  <a:pt x="1432878" y="0"/>
                </a:lnTo>
                <a:lnTo>
                  <a:pt x="1432878" y="1533235"/>
                </a:lnTo>
                <a:lnTo>
                  <a:pt x="0" y="15332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957907">
            <a:off x="15665942" y="4743335"/>
            <a:ext cx="2056723" cy="2893088"/>
          </a:xfrm>
          <a:custGeom>
            <a:avLst/>
            <a:gdLst/>
            <a:ahLst/>
            <a:cxnLst/>
            <a:rect r="r" b="b" t="t" l="l"/>
            <a:pathLst>
              <a:path h="2893088" w="2056723">
                <a:moveTo>
                  <a:pt x="0" y="0"/>
                </a:moveTo>
                <a:lnTo>
                  <a:pt x="2056723" y="0"/>
                </a:lnTo>
                <a:lnTo>
                  <a:pt x="2056723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6267" y="2940417"/>
            <a:ext cx="16635465" cy="476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27"/>
              </a:lnSpc>
            </a:pPr>
            <a:r>
              <a:rPr lang="en-US" sz="19920">
                <a:solidFill>
                  <a:srgbClr val="FEFEFE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MUCHAS GRACIAS POR SU ATENCIÓN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833107" y="8297361"/>
            <a:ext cx="2617945" cy="1989639"/>
          </a:xfrm>
          <a:custGeom>
            <a:avLst/>
            <a:gdLst/>
            <a:ahLst/>
            <a:cxnLst/>
            <a:rect r="r" b="b" t="t" l="l"/>
            <a:pathLst>
              <a:path h="1989639" w="2617945">
                <a:moveTo>
                  <a:pt x="0" y="0"/>
                </a:moveTo>
                <a:lnTo>
                  <a:pt x="2617946" y="0"/>
                </a:lnTo>
                <a:lnTo>
                  <a:pt x="2617946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06304" y="-200615"/>
            <a:ext cx="3244749" cy="2289023"/>
          </a:xfrm>
          <a:custGeom>
            <a:avLst/>
            <a:gdLst/>
            <a:ahLst/>
            <a:cxnLst/>
            <a:rect r="r" b="b" t="t" l="l"/>
            <a:pathLst>
              <a:path h="2289023" w="3244749">
                <a:moveTo>
                  <a:pt x="0" y="0"/>
                </a:moveTo>
                <a:lnTo>
                  <a:pt x="3244749" y="0"/>
                </a:lnTo>
                <a:lnTo>
                  <a:pt x="3244749" y="2289023"/>
                </a:lnTo>
                <a:lnTo>
                  <a:pt x="0" y="2289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484404">
            <a:off x="16113049" y="-652339"/>
            <a:ext cx="2056723" cy="2893088"/>
          </a:xfrm>
          <a:custGeom>
            <a:avLst/>
            <a:gdLst/>
            <a:ahLst/>
            <a:cxnLst/>
            <a:rect r="r" b="b" t="t" l="l"/>
            <a:pathLst>
              <a:path h="2893088" w="2056723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41895" y="-133738"/>
            <a:ext cx="1762476" cy="2370078"/>
          </a:xfrm>
          <a:custGeom>
            <a:avLst/>
            <a:gdLst/>
            <a:ahLst/>
            <a:cxnLst/>
            <a:rect r="r" b="b" t="t" l="l"/>
            <a:pathLst>
              <a:path h="2370078" w="1762476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599664">
            <a:off x="5888814" y="-1386482"/>
            <a:ext cx="2604665" cy="3354954"/>
          </a:xfrm>
          <a:custGeom>
            <a:avLst/>
            <a:gdLst/>
            <a:ahLst/>
            <a:cxnLst/>
            <a:rect r="r" b="b" t="t" l="l"/>
            <a:pathLst>
              <a:path h="3354954" w="2604665">
                <a:moveTo>
                  <a:pt x="0" y="0"/>
                </a:moveTo>
                <a:lnTo>
                  <a:pt x="2604665" y="0"/>
                </a:lnTo>
                <a:lnTo>
                  <a:pt x="2604665" y="3354955"/>
                </a:lnTo>
                <a:lnTo>
                  <a:pt x="0" y="3354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35954">
            <a:off x="12915840" y="-1557050"/>
            <a:ext cx="1999490" cy="3425917"/>
          </a:xfrm>
          <a:custGeom>
            <a:avLst/>
            <a:gdLst/>
            <a:ahLst/>
            <a:cxnLst/>
            <a:rect r="r" b="b" t="t" l="l"/>
            <a:pathLst>
              <a:path h="3425917" w="1999490">
                <a:moveTo>
                  <a:pt x="0" y="0"/>
                </a:moveTo>
                <a:lnTo>
                  <a:pt x="1999490" y="0"/>
                </a:lnTo>
                <a:lnTo>
                  <a:pt x="1999490" y="3425917"/>
                </a:lnTo>
                <a:lnTo>
                  <a:pt x="0" y="3425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791596">
            <a:off x="584944" y="7209817"/>
            <a:ext cx="1784158" cy="3395457"/>
          </a:xfrm>
          <a:custGeom>
            <a:avLst/>
            <a:gdLst/>
            <a:ahLst/>
            <a:cxnLst/>
            <a:rect r="r" b="b" t="t" l="l"/>
            <a:pathLst>
              <a:path h="3395457" w="1784158">
                <a:moveTo>
                  <a:pt x="0" y="0"/>
                </a:moveTo>
                <a:lnTo>
                  <a:pt x="1784159" y="0"/>
                </a:lnTo>
                <a:lnTo>
                  <a:pt x="1784159" y="3395457"/>
                </a:lnTo>
                <a:lnTo>
                  <a:pt x="0" y="33954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67621">
            <a:off x="10150362" y="8548225"/>
            <a:ext cx="1432877" cy="1533234"/>
          </a:xfrm>
          <a:custGeom>
            <a:avLst/>
            <a:gdLst/>
            <a:ahLst/>
            <a:cxnLst/>
            <a:rect r="r" b="b" t="t" l="l"/>
            <a:pathLst>
              <a:path h="1533234" w="1432877">
                <a:moveTo>
                  <a:pt x="0" y="0"/>
                </a:moveTo>
                <a:lnTo>
                  <a:pt x="1432877" y="0"/>
                </a:lnTo>
                <a:lnTo>
                  <a:pt x="1432877" y="1533234"/>
                </a:lnTo>
                <a:lnTo>
                  <a:pt x="0" y="15332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443815" y="8001312"/>
            <a:ext cx="3936411" cy="2555088"/>
          </a:xfrm>
          <a:custGeom>
            <a:avLst/>
            <a:gdLst/>
            <a:ahLst/>
            <a:cxnLst/>
            <a:rect r="r" b="b" t="t" l="l"/>
            <a:pathLst>
              <a:path h="2555088" w="3936411">
                <a:moveTo>
                  <a:pt x="0" y="0"/>
                </a:moveTo>
                <a:lnTo>
                  <a:pt x="3936410" y="0"/>
                </a:lnTo>
                <a:lnTo>
                  <a:pt x="3936410" y="2555088"/>
                </a:lnTo>
                <a:lnTo>
                  <a:pt x="0" y="255508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84550" y="-133738"/>
            <a:ext cx="2617945" cy="1989639"/>
          </a:xfrm>
          <a:custGeom>
            <a:avLst/>
            <a:gdLst/>
            <a:ahLst/>
            <a:cxnLst/>
            <a:rect r="r" b="b" t="t" l="l"/>
            <a:pathLst>
              <a:path h="1989639" w="2617945">
                <a:moveTo>
                  <a:pt x="0" y="0"/>
                </a:moveTo>
                <a:lnTo>
                  <a:pt x="2617945" y="0"/>
                </a:lnTo>
                <a:lnTo>
                  <a:pt x="2617945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200210">
            <a:off x="12528147" y="8574041"/>
            <a:ext cx="1999490" cy="3425917"/>
          </a:xfrm>
          <a:custGeom>
            <a:avLst/>
            <a:gdLst/>
            <a:ahLst/>
            <a:cxnLst/>
            <a:rect r="r" b="b" t="t" l="l"/>
            <a:pathLst>
              <a:path h="3425917" w="1999490">
                <a:moveTo>
                  <a:pt x="0" y="0"/>
                </a:moveTo>
                <a:lnTo>
                  <a:pt x="1999490" y="0"/>
                </a:lnTo>
                <a:lnTo>
                  <a:pt x="1999490" y="3425918"/>
                </a:lnTo>
                <a:lnTo>
                  <a:pt x="0" y="34259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3484404">
            <a:off x="6584638" y="8192544"/>
            <a:ext cx="2056723" cy="2893088"/>
          </a:xfrm>
          <a:custGeom>
            <a:avLst/>
            <a:gdLst/>
            <a:ahLst/>
            <a:cxnLst/>
            <a:rect r="r" b="b" t="t" l="l"/>
            <a:pathLst>
              <a:path h="2893088" w="2056723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DAGHIcwtGU8</dc:identifier>
  <dcterms:modified xsi:type="dcterms:W3CDTF">2011-08-01T06:04:30Z</dcterms:modified>
  <cp:revision>1</cp:revision>
  <dc:title>Proyecto Bimestral1 - POO</dc:title>
</cp:coreProperties>
</file>